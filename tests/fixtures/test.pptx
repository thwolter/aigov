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582F0-D1D9-626B-5329-FEECA3C21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B51127-A848-C48C-30F0-FEF570ABD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7CD9BC-FD8C-88D1-CB53-D1048663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E283D9-B466-98D4-77A1-A5D1F544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EF1854-C8D3-7B02-6004-C48AB82BF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36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E68A7-FF15-E094-84FE-C09BAD8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D610F7-29D5-4A56-C0DA-841C090E5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0C881D-F67C-A83F-849F-580A67F3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0CC6A9-1F3C-4060-7A3F-84FF428C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CB6AF2-A23B-166A-79C5-1AB8CA7C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2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5C9DA-4094-2930-E80D-85813CAA6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FB1B3C-41A4-D948-5B5C-02AAC0398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BF80C6-1AE9-3B1E-1644-FA266799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A6108-9ECD-2C14-BAD3-3A2396AB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F89DCF-4CEB-A739-FCE7-48B4F6C3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12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231AE8-86F3-417E-6AE4-ECDFCD0F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79C4E9-3A4B-5A06-E6B8-0B4EB4DAE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B097A7F-B426-4143-968E-5525DD830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73FB94-B303-BDC5-4E0C-5678F8B4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088037-D1E8-5F25-DE24-45EC5366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B3AF06-1EA8-E050-E924-5C243CA2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ACD1A-626C-5228-F59F-2FCFCBA2B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A6DB63-CF9F-BC22-9A2F-5720C6F9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3DCE04-A87C-01AF-4A4E-4BE530761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579A11-F8B7-7079-C5DF-48DE32861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4E0A88-4800-1008-AD4C-4143A56EF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0F2F1FA-AF26-D2AE-0661-1BC2D03E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77CC84D-9BDB-BB0B-6D08-4CB81854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B1F8EB-0C15-D4F4-23BA-3C804529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77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377E6C-20AA-364F-F723-1DC6BC6C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EFC12CA-9375-12D2-055E-83A6D0E1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32EC84-BF29-4BD6-53E5-E5524C49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70CD81-9F6A-59F5-2DF5-300D02EA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686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6A452C-65D9-725F-F290-006E96CA4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3D67C44-14C9-4F68-59D6-E170473F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D45909-F9C5-CE2B-656B-753833F6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35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F333F-4A98-50A0-FE48-B9914610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EC4ED9-5724-CDCB-DA29-3574CFE8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C0EF40-CFB9-F419-F997-138FDFBF5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D33DF6-887B-4748-B204-AC362F63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E086CF-8D87-7EE5-B4D7-B7DDE93E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6D21DB-733F-743E-4AC5-25B251C8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02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4DC28-828B-9C7E-E1DD-27502FA1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883E646-087B-4D3E-3A9C-9ECB3D2E7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86F217-DE0E-1AB6-0B5B-7A5095ED6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B15D9-5887-217D-CB74-9372829B5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AA61B7-FA81-DAAB-88DB-3B564F25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8142F3-0285-1981-486B-C5116BA9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31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B1133E-627C-3B5D-C8E9-C9AC0073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C1DE19-F00C-1B5D-4CBB-63245213E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D16735-F99C-983F-9252-B40A981A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0924E1-EFC0-554E-1765-2933B49C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40AD59-66A5-9138-5BB5-11C6F3158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04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D6BBAD6-2468-F3EC-CCB2-C38AFADD6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8B5E60-55DD-6C77-DC72-491BB9262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107602-76FF-DE1A-0892-E17B595B6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0A5300-A747-1EBA-897A-6A02B6069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953059-090E-5F13-ED93-27940576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1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CA9DB8-4F8C-2199-34AD-3D851C11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EB7FD6-752C-D676-C26C-EE81A089F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79AC44-5A42-3904-6D64-74ADA7181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DD20A-C4BE-3741-9B6A-AFD5B31FB2C2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42AC89-7BB6-7708-DE1D-46F84F0DF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915C87-5175-3728-635F-A4581D5C8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35276-6318-2242-8752-8794B15AA420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8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A10E8-0416-064E-3259-FF3EA376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Test document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0D2FE32-887F-A9A7-A7FD-5E2CB44ED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No </a:t>
            </a:r>
            <a:r>
              <a:rPr lang="en-GB"/>
              <a:t>content included</a:t>
            </a:r>
          </a:p>
        </p:txBody>
      </p:sp>
    </p:spTree>
    <p:extLst>
      <p:ext uri="{BB962C8B-B14F-4D97-AF65-F5344CB8AC3E}">
        <p14:creationId xmlns:p14="http://schemas.microsoft.com/office/powerpoint/2010/main" val="39195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Test document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Wolter</dc:creator>
  <cp:lastModifiedBy>Thomas Wolter</cp:lastModifiedBy>
  <cp:revision>1</cp:revision>
  <dcterms:created xsi:type="dcterms:W3CDTF">2026-08-14T15:28:09Z</dcterms:created>
  <dcterms:modified xsi:type="dcterms:W3CDTF">2026-08-14T15:28:45Z</dcterms:modified>
</cp:coreProperties>
</file>